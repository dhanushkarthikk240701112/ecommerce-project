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498079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634E"/>
                </a:solidFill>
                <a:latin typeface="Aptos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858000" cy="1463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1B2D26"/>
                </a:solidFill>
                <a:latin typeface="Aptos"/>
              </a:rPr>
              <a:t>ECOMMERCE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5943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9726D"/>
                </a:solidFill>
                <a:latin typeface="Aptos"/>
              </a:rPr>
              <a:t>WEB PROGRAMMING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50292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DHANUSH KARTHIK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B634E"/>
                </a:solidFill>
                <a:latin typeface="Aptos"/>
              </a:rPr>
              <a:t>240701112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42432"/>
            <a:ext cx="6400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9726D"/>
                </a:solidFill>
                <a:latin typeface="Aptos"/>
              </a:rPr>
              <a:t>III YEAR – COMPUTER SCIENCE &amp;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51560"/>
            <a:ext cx="356616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37576" y="1234439"/>
            <a:ext cx="3209544" cy="32095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10-12 113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7" y="1261872"/>
            <a:ext cx="3072384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464515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B2D26"/>
                </a:solidFill>
                <a:latin typeface="Aptos"/>
              </a:rPr>
              <a:t>Full-stack web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5029200"/>
            <a:ext cx="292608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9726D"/>
                </a:solidFill>
                <a:latin typeface="Aptos"/>
              </a:rPr>
              <a:t>HTML • CSS • JavaScript • Node.js • Express.js •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01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3383280"/>
          </a:xfrm>
          <a:prstGeom prst="roundRect">
            <a:avLst/>
          </a:prstGeom>
          <a:solidFill>
            <a:srgbClr val="E0EBE1"/>
          </a:solidFill>
          <a:ln w="10160">
            <a:solidFill>
              <a:srgbClr val="E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1001268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2D26"/>
                </a:solidFill>
                <a:latin typeface="Aptos"/>
              </a:rPr>
              <a:t>To develop a responsive web-based Ecommerce Management System that provides a complete online shopping workflow — from browsing products and managing a wishlist/cart to checkout, simulated payment and order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94183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9726D"/>
                </a:solidFill>
                <a:latin typeface="Aptos"/>
              </a:rPr>
              <a:t>The application combines a user-friendly frontend with a Node.js + Express backend and JSON-based data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02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0116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Online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6148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Provide a simple interface to discover and purchase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5915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User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76148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Support registration, login and password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0116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35915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Product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76148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Search, category filtering, sorting and product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9776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32511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Shopping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2744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Wishlist, cart, coupons and checkout.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9776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32511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Order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2744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Create orders and track their delivery status.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79476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39776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325112"/>
            <a:ext cx="28346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Administration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4727448"/>
            <a:ext cx="28346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Provide an admin workspace for managing ecommerce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1144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03 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5836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3949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D26"/>
                </a:solidFill>
                <a:latin typeface="Aptos"/>
              </a:rPr>
              <a:t>Ecommerce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5669280" cy="2308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69726D"/>
                </a:solidFill>
                <a:latin typeface="Aptos"/>
              </a:rPr>
              <a:t>A web application designed to demonstrate the core concepts of web programming through a practical ecommerce workflow.
The frontend is implemented using HTML5, CSS3 and vanilla JavaScript. Node.js with Express.js provides the server-side API layer, while separate JSON files are used for application data.
The system supports authentication, product browsing, </a:t>
            </a:r>
            <a:r>
              <a:rPr sz="1500" b="0" i="0" dirty="0" err="1">
                <a:solidFill>
                  <a:srgbClr val="69726D"/>
                </a:solidFill>
                <a:latin typeface="Aptos"/>
              </a:rPr>
              <a:t>wishlist</a:t>
            </a:r>
            <a:r>
              <a:rPr sz="1500" b="0" i="0" dirty="0">
                <a:solidFill>
                  <a:srgbClr val="69726D"/>
                </a:solidFill>
                <a:latin typeface="Aptos"/>
              </a:rPr>
              <a:t> and cart management, checkout, simulated payment methods, coupons, order tracking and administrative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828800"/>
            <a:ext cx="3977639" cy="4069080"/>
          </a:xfrm>
          <a:prstGeom prst="roundRect">
            <a:avLst/>
          </a:prstGeom>
          <a:solidFill>
            <a:srgbClr val="E0EBE1"/>
          </a:solidFill>
          <a:ln w="10160">
            <a:solidFill>
              <a:srgbClr val="E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2194560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D26"/>
                </a:solidFill>
                <a:latin typeface="Aptos"/>
              </a:rPr>
              <a:t>Core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69748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55280" y="2862072"/>
            <a:ext cx="384048" cy="384048"/>
          </a:xfrm>
          <a:prstGeom prst="ellipse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28620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843784"/>
            <a:ext cx="2468879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200400"/>
            <a:ext cx="2468879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Search and filter 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38328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55280" y="3547872"/>
            <a:ext cx="384048" cy="384048"/>
          </a:xfrm>
          <a:prstGeom prst="ellipse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0" y="35478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29584"/>
            <a:ext cx="2468879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886200"/>
            <a:ext cx="2468879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Wishlist or add to cart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06908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55280" y="4233672"/>
            <a:ext cx="384048" cy="384048"/>
          </a:xfrm>
          <a:prstGeom prst="ellipse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0" y="42336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215384"/>
            <a:ext cx="2468879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572000"/>
            <a:ext cx="2468879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Enter delivery &amp; payment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475488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55280" y="4919472"/>
            <a:ext cx="384048" cy="384048"/>
          </a:xfrm>
          <a:prstGeom prst="ellipse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0" y="49194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01184"/>
            <a:ext cx="2468879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257800"/>
            <a:ext cx="2468879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Place and track the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04  FUNCTIONAL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95144"/>
            <a:ext cx="4617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Build responsive pages, navigation, forms, product cards and clear call-to-actions.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4767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2142" y="2295144"/>
            <a:ext cx="46963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9726D"/>
                </a:solidFill>
                <a:latin typeface="Aptos"/>
              </a:rPr>
              <a:t>Implement registration, login and direct password reset using the project’s simplified authentication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27832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924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39896"/>
            <a:ext cx="4617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Display products with search, category filters, sorting, ratings, discounts and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27832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3924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39896"/>
            <a:ext cx="4617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Manage wishlist, cart, coupons, delivery information and checkout.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72584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3717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84648"/>
            <a:ext cx="4617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Create orders and expose status progression from placement through delivery.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672584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83717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B634E"/>
                </a:solidFill>
                <a:latin typeface="Apto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84648"/>
            <a:ext cx="46177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9726D"/>
                </a:solidFill>
                <a:latin typeface="Aptos"/>
              </a:rPr>
              <a:t>Provide management functions for products, categories, users, orders and dashboard insights.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05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9224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58064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69726D"/>
                </a:solidFill>
                <a:latin typeface="Aptos"/>
              </a:defRPr>
            </a:pPr>
            <a:r>
              <a:t>• Online shopping workflows involve multiple disconnected interactions: discovery, selection, checkout and order management.</a:t>
            </a:r>
          </a:p>
          <a:p>
            <a:pPr>
              <a:spcAft>
                <a:spcPts val="1500"/>
              </a:spcAft>
              <a:defRPr sz="1600">
                <a:solidFill>
                  <a:srgbClr val="69726D"/>
                </a:solidFill>
                <a:latin typeface="Aptos"/>
              </a:defRPr>
            </a:pPr>
            <a:r>
              <a:t>• Users need a single interface for search, filtering, wishlist, cart and order history.</a:t>
            </a:r>
          </a:p>
          <a:p>
            <a:pPr>
              <a:spcAft>
                <a:spcPts val="1500"/>
              </a:spcAft>
              <a:defRPr sz="1600">
                <a:solidFill>
                  <a:srgbClr val="69726D"/>
                </a:solidFill>
                <a:latin typeface="Aptos"/>
              </a:defRPr>
            </a:pPr>
            <a:r>
              <a:t>• Authentication and user-specific data need a consistent application flow.</a:t>
            </a:r>
          </a:p>
          <a:p>
            <a:pPr>
              <a:spcAft>
                <a:spcPts val="1500"/>
              </a:spcAft>
              <a:defRPr sz="1600">
                <a:solidFill>
                  <a:srgbClr val="69726D"/>
                </a:solidFill>
                <a:latin typeface="Aptos"/>
              </a:defRPr>
            </a:pPr>
            <a:r>
              <a:t>• The project should demonstrate client-side interaction with server-side APIs using web programming concepts.</a:t>
            </a:r>
          </a:p>
          <a:p>
            <a:pPr>
              <a:spcAft>
                <a:spcPts val="1500"/>
              </a:spcAft>
              <a:defRPr sz="1600">
                <a:solidFill>
                  <a:srgbClr val="69726D"/>
                </a:solidFill>
                <a:latin typeface="Aptos"/>
              </a:defRPr>
            </a:pPr>
            <a:r>
              <a:t>• A lightweight data layer is required for a college project without depending on a full database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828800"/>
            <a:ext cx="4069080" cy="4069080"/>
          </a:xfrm>
          <a:prstGeom prst="roundRect">
            <a:avLst/>
          </a:prstGeom>
          <a:solidFill>
            <a:srgbClr val="E0EBE1"/>
          </a:solidFill>
          <a:ln w="10160">
            <a:solidFill>
              <a:srgbClr val="E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2194560"/>
            <a:ext cx="3291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B2D26"/>
                </a:solidFill>
                <a:latin typeface="Aptos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88920"/>
            <a:ext cx="3246120" cy="175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B2D26"/>
                </a:solidFill>
                <a:latin typeface="Aptos"/>
              </a:rPr>
              <a:t>A single responsive ecommerce platform connecting the complete customer journey with a Node.js / Express API and JSON data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694095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9726D"/>
                </a:solidFill>
                <a:latin typeface="Aptos"/>
              </a:rPr>
              <a:t>Focus: usability • modularity • REST APIs • practical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06  FRONTEND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HTML &amp; CSS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9726D"/>
                </a:solidFill>
                <a:latin typeface="Aptos"/>
              </a:rPr>
              <a:t>Semantic pages, responsive layouts, forms, product cards and reusable visual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5720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86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HTML5 pages for home, authentication, products, wishlist, cart, checkout and account flows.</a:t>
            </a:r>
          </a:p>
          <a:p>
            <a:pPr>
              <a:spcAft>
                <a:spcPts val="13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CSS3 styling for typography, spacing, responsive layouts, buttons, cards and navigation.</a:t>
            </a:r>
          </a:p>
          <a:p>
            <a:pPr>
              <a:spcAft>
                <a:spcPts val="13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Consistent visual language using neutral surfaces and dark-green accent elements.</a:t>
            </a:r>
          </a:p>
          <a:p>
            <a:pPr>
              <a:spcAft>
                <a:spcPts val="13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Product grids adapt to different screen sizes while preserving clear content hierarchy.</a:t>
            </a:r>
          </a:p>
          <a:p>
            <a:pPr>
              <a:spcAft>
                <a:spcPts val="13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Forms and call-to-action buttons are designed for straightforward user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3248" y="1801368"/>
            <a:ext cx="6135624" cy="421538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10-12 113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28800"/>
            <a:ext cx="6108192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07  JAVASCRIPT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JavaScript – DOM, Events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9726D"/>
                </a:solidFill>
                <a:latin typeface="Aptos"/>
              </a:rPr>
              <a:t>Vanilla JavaScript connects user actions to REST endpoints and dynamic page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8006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3840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D26"/>
                </a:solidFill>
                <a:latin typeface="Aptos"/>
              </a:rPr>
              <a:t>Key implementation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977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DOM manipulation for rendering product and account data.</a:t>
            </a:r>
          </a:p>
          <a:p>
            <a:pPr>
              <a:spcAft>
                <a:spcPts val="14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Event listeners for forms, search, filters, wishlist and cart actions.</a:t>
            </a:r>
          </a:p>
          <a:p>
            <a:pPr>
              <a:spcAft>
                <a:spcPts val="14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Fetch API for asynchronous communication with the Express backend.</a:t>
            </a:r>
          </a:p>
          <a:p>
            <a:pPr>
              <a:spcAft>
                <a:spcPts val="14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localStorage used for the project’s client-side authentication/session flow.</a:t>
            </a:r>
          </a:p>
          <a:p>
            <a:pPr>
              <a:spcAft>
                <a:spcPts val="1400"/>
              </a:spcAft>
              <a:defRPr sz="1400">
                <a:solidFill>
                  <a:srgbClr val="69726D"/>
                </a:solidFill>
                <a:latin typeface="Aptos"/>
              </a:defRPr>
            </a:pPr>
            <a:r>
              <a:t>• Dynamic feedback for success, validation and error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1848" y="1801368"/>
            <a:ext cx="5907024" cy="421538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10-12 113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83080"/>
            <a:ext cx="5879592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08  USER MODULES &amp;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User Modules &amp;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2029968"/>
            <a:ext cx="3255264" cy="2203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10-12 113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8" y="2057400"/>
            <a:ext cx="3371693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434840"/>
            <a:ext cx="3063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Product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18" y="4846320"/>
            <a:ext cx="320710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9726D"/>
                </a:solidFill>
                <a:latin typeface="Aptos"/>
              </a:rPr>
              <a:t>Search, categories, sorting, ratings, discounts and </a:t>
            </a:r>
            <a:r>
              <a:rPr sz="1100" b="0" i="0" dirty="0" err="1">
                <a:solidFill>
                  <a:srgbClr val="69726D"/>
                </a:solidFill>
                <a:latin typeface="Aptos"/>
              </a:rPr>
              <a:t>wishlist</a:t>
            </a:r>
            <a:r>
              <a:rPr sz="1100" b="0" i="0" dirty="0">
                <a:solidFill>
                  <a:srgbClr val="69726D"/>
                </a:solidFill>
                <a:latin typeface="Aptos"/>
              </a:rPr>
              <a:t>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34290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54296" y="2029968"/>
            <a:ext cx="3026664" cy="2203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10-12 113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7" y="2057400"/>
            <a:ext cx="3352937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36592" y="443484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Wishlist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1" y="4846320"/>
            <a:ext cx="341307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100" dirty="0">
                <a:solidFill>
                  <a:srgbClr val="69726D"/>
                </a:solidFill>
                <a:latin typeface="Aptos"/>
              </a:rPr>
              <a:t>Save products for later and review their prices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2029968"/>
            <a:ext cx="3118104" cy="2203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eckout_reda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57400"/>
            <a:ext cx="3237582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02752" y="443484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D26"/>
                </a:solidFill>
                <a:latin typeface="Aptos"/>
              </a:rP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4754880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9726D"/>
                </a:solidFill>
                <a:latin typeface="Aptos"/>
              </a:rPr>
              <a:t>Delivery details, coupon application, simulated payment and demo order placement.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09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8424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39572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HTML5 + CSS3
Responsive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98424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39572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Vanilla JS
DOM +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198424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API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7" y="239572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Fetch API
JSON payloads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95935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95020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Server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36168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Node.js + Express.js
REST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9476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95935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95020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36168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Separate JSON files
CRUD-style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794760"/>
            <a:ext cx="34290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7" y="395935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7" y="3950208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Access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4361688"/>
            <a:ext cx="23317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9726D"/>
                </a:solidFill>
                <a:latin typeface="Aptos"/>
              </a:rPr>
              <a:t>bcryptjs + localStorage
Project authentication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10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7442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938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634E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01952"/>
            <a:ext cx="3291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HTML5 • CSS3 • Vanilla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Home / Auth / Products / Wishlist / Cart / Checkout /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7442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88950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634E"/>
                </a:solidFill>
                <a:latin typeface="Aptos"/>
              </a:rPr>
              <a:t>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62072"/>
            <a:ext cx="3291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Node.js • Express.js • REST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8036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Routes • Controllers • Validation • Error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107442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4962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634E"/>
                </a:solidFill>
                <a:latin typeface="Aptos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822191"/>
            <a:ext cx="3291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JSON Database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users • products • categories • carts • wishlists • orders • reviews • coupons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7442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80974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634E"/>
                </a:solidFill>
                <a:latin typeface="Aptos"/>
              </a:rPr>
              <a:t>SECURITY &amp;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782312"/>
            <a:ext cx="3291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D26"/>
                </a:solidFill>
                <a:latin typeface="Aptos"/>
              </a:rPr>
              <a:t>bcryptjs • localStorage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80060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Hashed passwords • simplified client session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542032"/>
            <a:ext cx="27432" cy="201168"/>
          </a:xfrm>
          <a:prstGeom prst="rect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0" y="3502152"/>
            <a:ext cx="27432" cy="201168"/>
          </a:xfrm>
          <a:prstGeom prst="rect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0" y="4462272"/>
            <a:ext cx="27432" cy="201168"/>
          </a:xfrm>
          <a:prstGeom prst="rect">
            <a:avLst/>
          </a:prstGeom>
          <a:solidFill>
            <a:srgbClr val="2B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B634E"/>
                </a:solidFill>
                <a:latin typeface="Aptos"/>
              </a:rPr>
              <a:t>11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D26"/>
                </a:solidFill>
                <a:latin typeface="Aptos"/>
              </a:rP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47672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Semantic page structure and 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47672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47672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Responsive layout and visual styling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62072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Vanilla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26664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DOM events, UI logic and Fetch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62072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026664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26664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Server-side JavaScript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41063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05655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105655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REST API and routing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41063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05655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JSON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05655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Separate JSON files for project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0056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1846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bcryptjs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184648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Password hashing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20056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1846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B634E"/>
                </a:solidFill>
                <a:latin typeface="Aptos"/>
              </a:rPr>
              <a:t>Git &amp;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184648"/>
            <a:ext cx="2514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9726D"/>
                </a:solidFill>
                <a:latin typeface="Aptos"/>
              </a:rPr>
              <a:t>Version control and source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9726D"/>
                </a:solidFill>
                <a:latin typeface="Aptos"/>
              </a:rPr>
              <a:t>Payment is simulated for demonstration; no real payment gateway is integrated.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B3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6858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5EF77"/>
                </a:solidFill>
                <a:latin typeface="Aptos"/>
              </a:rPr>
              <a:t>ECOMMERCE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WEB PROGRAMMING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5943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DHANUSH KARTHIK K  •  240701112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30368"/>
            <a:ext cx="6217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D0DED6"/>
                </a:solidFill>
                <a:latin typeface="Aptos"/>
              </a:rPr>
              <a:t>III YEAR –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9726D"/>
                </a:solidFill>
                <a:latin typeface="Aptos"/>
              </a:rPr>
              <a:t>ECOMMERCE MANAGEMENT SYSTEM  •  WEB PROGRAMMING COURSE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2B634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1087</Words>
  <Application>Microsoft Office PowerPoint</Application>
  <PresentationFormat>Widescreen</PresentationFormat>
  <Paragraphs>182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 s</cp:lastModifiedBy>
  <cp:revision>3</cp:revision>
  <dcterms:created xsi:type="dcterms:W3CDTF">2013-01-27T09:14:16Z</dcterms:created>
  <dcterms:modified xsi:type="dcterms:W3CDTF">2026-10-12T08:02:44Z</dcterms:modified>
  <cp:category/>
</cp:coreProperties>
</file>